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97fb1dd3b847fb" /><Relationship Type="http://schemas.openxmlformats.org/officeDocument/2006/relationships/extended-properties" Target="/docProps/app.xml" Id="Reb21cefff17e4ad9" /><Relationship Type="http://schemas.openxmlformats.org/officeDocument/2006/relationships/officeDocument" Target="/ppt/presentation.xml" Id="R3535ec5679fd4a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ed887aaa8c450d"/>
  </p:sldMasterIdLst>
  <p:notesMasterIdLst>
    <p:notesMasterId xmlns:r="http://schemas.openxmlformats.org/officeDocument/2006/relationships" r:id="Rdc6a6afa9fed4d24"/>
  </p:notesMasterIdLst>
  <p:sldIdLst>
    <p:sldId xmlns:r="http://schemas.openxmlformats.org/officeDocument/2006/relationships" id="256" r:id="R97c2bc7990444c62"/>
    <p:sldId xmlns:r="http://schemas.openxmlformats.org/officeDocument/2006/relationships" id="257" r:id="R3cff93710c484732"/>
    <p:sldId xmlns:r="http://schemas.openxmlformats.org/officeDocument/2006/relationships" id="258" r:id="Ra311c5acfb1a4f85"/>
    <p:sldId xmlns:r="http://schemas.openxmlformats.org/officeDocument/2006/relationships" id="259" r:id="R478989ce2b8f4d06"/>
    <p:sldId xmlns:r="http://schemas.openxmlformats.org/officeDocument/2006/relationships" id="260" r:id="R1bd9b47284c445d7"/>
    <p:sldId xmlns:r="http://schemas.openxmlformats.org/officeDocument/2006/relationships" id="261" r:id="Rac05ee4a759240b0"/>
    <p:sldId xmlns:r="http://schemas.openxmlformats.org/officeDocument/2006/relationships" id="262" r:id="R55b077a4c1c8496a"/>
    <p:sldId xmlns:r="http://schemas.openxmlformats.org/officeDocument/2006/relationships" id="263" r:id="R20249bca9e3d4c4f"/>
    <p:sldId xmlns:r="http://schemas.openxmlformats.org/officeDocument/2006/relationships" id="264" r:id="R62dbab1c395040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583dc6ae554584" /><Relationship Type="http://schemas.openxmlformats.org/officeDocument/2006/relationships/slideMaster" Target="/ppt/slideMasters/slideMaster1.xml" Id="Re4ed887aaa8c450d" /><Relationship Type="http://schemas.openxmlformats.org/officeDocument/2006/relationships/notesMaster" Target="/ppt/notesMasters/notesMaster1.xml" Id="Rdc6a6afa9fed4d24" /><Relationship Type="http://schemas.openxmlformats.org/officeDocument/2006/relationships/presProps" Target="/ppt/presProps.xml" Id="R1a87b97ee3fd4b09" /><Relationship Type="http://schemas.openxmlformats.org/officeDocument/2006/relationships/tableStyles" Target="/ppt/tableStyles.xml" Id="R855e59904a0a446c" /><Relationship Type="http://schemas.openxmlformats.org/officeDocument/2006/relationships/slide" Target="/ppt/slides/slide1.xml" Id="R97c2bc7990444c62" /><Relationship Type="http://schemas.openxmlformats.org/officeDocument/2006/relationships/slide" Target="/ppt/slides/slide2.xml" Id="R3cff93710c484732" /><Relationship Type="http://schemas.openxmlformats.org/officeDocument/2006/relationships/slide" Target="/ppt/slides/slide3.xml" Id="Ra311c5acfb1a4f85" /><Relationship Type="http://schemas.openxmlformats.org/officeDocument/2006/relationships/slide" Target="/ppt/slides/slide4.xml" Id="R478989ce2b8f4d06" /><Relationship Type="http://schemas.openxmlformats.org/officeDocument/2006/relationships/slide" Target="/ppt/slides/slide5.xml" Id="R1bd9b47284c445d7" /><Relationship Type="http://schemas.openxmlformats.org/officeDocument/2006/relationships/slide" Target="/ppt/slides/slide6.xml" Id="Rac05ee4a759240b0" /><Relationship Type="http://schemas.openxmlformats.org/officeDocument/2006/relationships/slide" Target="/ppt/slides/slide7.xml" Id="R55b077a4c1c8496a" /><Relationship Type="http://schemas.openxmlformats.org/officeDocument/2006/relationships/slide" Target="/ppt/slides/slide8.xml" Id="R20249bca9e3d4c4f" /><Relationship Type="http://schemas.openxmlformats.org/officeDocument/2006/relationships/slide" Target="/ppt/slides/slide9.xml" Id="R62dbab1c395040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b94f93e7564c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01124320cd4d9f" /><Relationship Type="http://schemas.openxmlformats.org/officeDocument/2006/relationships/notesMaster" Target="/ppt/notesMasters/notesMaster1.xml" Id="R158ccd77c7bd42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ea6b8de78e4216" /><Relationship Type="http://schemas.openxmlformats.org/officeDocument/2006/relationships/notesMaster" Target="/ppt/notesMasters/notesMaster1.xml" Id="R14ce2bdd5e0541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ce5fa0f63941f4" /><Relationship Type="http://schemas.openxmlformats.org/officeDocument/2006/relationships/notesMaster" Target="/ppt/notesMasters/notesMaster1.xml" Id="R80ab5c6d2b3440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12bd8b62bd4f3f" /><Relationship Type="http://schemas.openxmlformats.org/officeDocument/2006/relationships/notesMaster" Target="/ppt/notesMasters/notesMaster1.xml" Id="R9f599db529ae4d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65ade8cd214c77" /><Relationship Type="http://schemas.openxmlformats.org/officeDocument/2006/relationships/notesMaster" Target="/ppt/notesMasters/notesMaster1.xml" Id="R560a0403ae2741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e0dac9c8834d41" /><Relationship Type="http://schemas.openxmlformats.org/officeDocument/2006/relationships/notesMaster" Target="/ppt/notesMasters/notesMaster1.xml" Id="Rbb2f056d52364f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fb1276390944dd" /><Relationship Type="http://schemas.openxmlformats.org/officeDocument/2006/relationships/notesMaster" Target="/ppt/notesMasters/notesMaster1.xml" Id="R2a763a5078fa4f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ec34acd6514fe7" /><Relationship Type="http://schemas.openxmlformats.org/officeDocument/2006/relationships/notesMaster" Target="/ppt/notesMasters/notesMaster1.xml" Id="Rb1ceedf9f8be42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339594f5284eb5" /><Relationship Type="http://schemas.openxmlformats.org/officeDocument/2006/relationships/notesMaster" Target="/ppt/notesMasters/notesMaster1.xml" Id="R3a5a76cb93d942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live local dashboard capture on 2026-09-24 from submission/screenshots/vulnerable-overview.png.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AGENTS.md problem statement and the live vulnerable scan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scanner/core.py and scanner/comparison.py.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ARCHITECTURE.md, scanner/core.py, scanner/request_execution.py, and scanner/openapi_parser.py.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live local dashboard capture on 2026-09-24 from submission/screenshots/vulnerable-overview.png. The scan used live HTTP requests after python -m app.seed.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live local dashboard capture on 2026-09-24 from submission/screenshots/vulnerable-findings.png. The reproduction request contains a redacted bearer token.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final python -m scripts.ci run on 2026-09-24 and tests under tests/.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live secure control capture on 2026-09-24 from submission/screenshots/secure-clean.png. The cross-user response was HTTP 403.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and AGENTS.md. Hosted persistence exists as a separate foundation, but the scanner remains local-only and does not claim production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5690f4432649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79bb86d2534ab2" /><Relationship Type="http://schemas.openxmlformats.org/officeDocument/2006/relationships/slideLayout" Target="/ppt/slideLayouts/slideLayout1.xml" Id="Ree73ab2d7d2643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73ab2d7d2643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5a51346234fb3" /><Relationship Type="http://schemas.openxmlformats.org/officeDocument/2006/relationships/image" Target="/ppt/media/image.png" Id="Rb764c6480908459e" /><Relationship Type="http://schemas.openxmlformats.org/officeDocument/2006/relationships/notesSlide" Target="/ppt/notesSlides/notesSlide1.xml" Id="R7b1907cdf4b249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d752fa73a4b56" /><Relationship Type="http://schemas.openxmlformats.org/officeDocument/2006/relationships/notesSlide" Target="/ppt/notesSlides/notesSlide2.xml" Id="R54f5340f5c764c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a5b47f62c4dfb" /><Relationship Type="http://schemas.openxmlformats.org/officeDocument/2006/relationships/notesSlide" Target="/ppt/notesSlides/notesSlide3.xml" Id="R5bd3e66db99542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0898a8ad74bda" /><Relationship Type="http://schemas.openxmlformats.org/officeDocument/2006/relationships/notesSlide" Target="/ppt/notesSlides/notesSlide4.xml" Id="R27e6e581975346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a25ed58bc4870" /><Relationship Type="http://schemas.openxmlformats.org/officeDocument/2006/relationships/image" Target="/ppt/media/image2.png" Id="R85cc569d4ace466f" /><Relationship Type="http://schemas.openxmlformats.org/officeDocument/2006/relationships/notesSlide" Target="/ppt/notesSlides/notesSlide5.xml" Id="Raa05f5eeb39a49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abd66de3f4883" /><Relationship Type="http://schemas.openxmlformats.org/officeDocument/2006/relationships/image" Target="/ppt/media/image3.png" Id="R14302073c9914e6a" /><Relationship Type="http://schemas.openxmlformats.org/officeDocument/2006/relationships/notesSlide" Target="/ppt/notesSlides/notesSlide6.xml" Id="Raf470d253a6543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dc3a050114485" /><Relationship Type="http://schemas.openxmlformats.org/officeDocument/2006/relationships/notesSlide" Target="/ppt/notesSlides/notesSlide7.xml" Id="Rdacbe8dbfa8e4e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bdb5393044553" /><Relationship Type="http://schemas.openxmlformats.org/officeDocument/2006/relationships/image" Target="/ppt/media/image4.png" Id="Ra5f1365c0d5e424b" /><Relationship Type="http://schemas.openxmlformats.org/officeDocument/2006/relationships/notesSlide" Target="/ppt/notesSlides/notesSlide8.xml" Id="R777592da0af545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ef2127b484efd" /><Relationship Type="http://schemas.openxmlformats.org/officeDocument/2006/relationships/notesSlide" Target="/ppt/notesSlides/notesSlide9.xml" Id="R462f940b3d3d45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69628-CC42-4CE8-BA42-70F2743B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AMIHACKS 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1CB4B-FF36-468B-B250-F38EEC2D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222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SentinelAPI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484A6-C66C-4C97-8B37-B5263452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Proof of broken object access from live API responses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F4501-2C7E-416E-983D-5B051DA2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A safe, specification-driven scanner for authorized local sandboxes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AD3FC-808C-4857-8841-F459CADD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2143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9B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12592-5411-47CF-8101-DC05EAEB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LOCAL ONLY / SANDBOX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4c6480908459e"/>
          <a:srcRect xmlns:a="http://schemas.openxmlformats.org/drawingml/2006/main" l="0" t="8653" r="0" b="86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514350"/>
            <a:ext cx="5848350" cy="5810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BBE2F-8A0B-4516-8309-F3BBB726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14350"/>
            <a:ext cx="285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312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411949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01CC3C-9CBB-4ECD-B193-1B7303FD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6CE70-263B-437D-96CE-F928AC19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BAEC7-A847-45D0-AD90-EC46956B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Authentication can succeed while authorization fails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7DE72-056A-4D03-B27D-44879397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A90AC-943C-4E06-9A5E-C57FDCFF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BADF9-42FE-49C1-BF82-16DBA7D3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DC6A60-8BA9-4953-B471-F71DA103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E15CB-3DC7-4388-9818-38714FD2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HTTP response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CB335-9BC6-4D1C-8262-FCE01FB0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3355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BF24E-2672-4692-A6C4-1F036D7D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38300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User A presents a valid token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B0198-C189-40A2-9CAC-366B284D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47900"/>
            <a:ext cx="666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The API checks that the token exists, then returns order 1002 without checking who owns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C01FD-E959-466B-89C9-C28D8AC4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814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F69"/>
                </a:solidFill>
                <a:latin typeface="Arial"/>
                <a:ea typeface="Arial"/>
                <a:cs typeface="Arial"/>
              </a:rPr>
              <a:t>Expected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9D4DD-EF17-4177-A221-9803EB56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HTTP 403 or 404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E62458-9E80-499B-AFBA-4552B9C8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814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F69"/>
                </a:solidFill>
                <a:latin typeface="Arial"/>
                <a:ea typeface="Arial"/>
                <a:cs typeface="Arial"/>
              </a:rPr>
              <a:t>Observed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0EE86C-8D51-488D-96E2-3748D86C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HTTP 200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8135D-C098-4A14-9F85-640E07EB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958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Generic signature scanners can miss this because every request is syntactically valid.</a:t>
            </a:r>
          </a:p>
        </p:txBody>
      </p:sp>
    </p:spTree>
    <p:extLst>
      <p:ext uri="{BB962C8B-B14F-4D97-AF65-F5344CB8AC3E}">
        <p14:creationId xmlns:p14="http://schemas.microsoft.com/office/powerpoint/2010/main" val="13310896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6DE77D-486E-411C-8787-2CD73C55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EDC50-0E2F-4E93-9175-0E54D634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B7016-F9AF-445A-9758-C5EDC351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2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Two controlled users establish ownership before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07054-D8FB-438A-9ECD-7D27EA06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BB0A96-ADF9-45D3-A897-368073CA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575F7-AE36-4FDA-A528-7D270A64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745EE-7AC5-4FE7-B7F6-747C7CBA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BC861-AB74-4EA7-8B73-3354600D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8D252-246D-4F70-A29A-9A1EC803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Parse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7378F-9A43-4475-98CA-3AA547A9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Discover authenticated GET object routes from OpenAPI.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92BCD-0A91-4CD4-A770-A2AD58E3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954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A3509-922A-4B83-90FD-74D525B7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1324E7-AB89-4072-8E20-FD747BA1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24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DEF3E4-7913-4D44-A147-618BEBAC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Read one owned object for User A and one for User B.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DC69B-76D8-4035-B39F-82A224DD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954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E38CD-E885-4617-B6C1-F6B38F6C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FBEA2F-A6AA-4A86-AFFD-E33CAB90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Cross-check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FE8647-6CB5-4D0B-AADC-BD15B5C3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76550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Request User B's object with User A's token.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A48E1D-B1F5-41EB-B0B9-FF75FBD1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6954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E763A3-C9EC-44C2-91DD-91B9BE05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95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31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9EFC41-C3CC-4AC9-9581-84FCE100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24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57BD0C-2775-4425-A4EA-747EDD1C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76550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Confirm only when HTTP 200 matches User B's owner response.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AE49CD-7826-40A6-B58B-80AB28C5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11087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C38653-63F7-4393-B347-9A480E28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Confirmation policy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6D78A1-06B0-474C-B742-768C7D31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86325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Malformed, mismatched, or failed comparisons remain inconclusive or error. They never become confirmed findings.</a:t>
            </a:r>
          </a:p>
        </p:txBody>
      </p:sp>
    </p:spTree>
    <p:extLst>
      <p:ext uri="{BB962C8B-B14F-4D97-AF65-F5344CB8AC3E}">
        <p14:creationId xmlns:p14="http://schemas.microsoft.com/office/powerpoint/2010/main" val="12481884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6323E1-2D2F-48AE-8B7E-8FB20924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87F3C-453F-441A-ABAA-6C8144D0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B3953-4526-4C32-A69D-C226C7C7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18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A bounded path from specification to reproducible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EE580-5936-4E3E-902F-42AC459A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B5353-E77A-4BD8-9EE8-EB4EDD5D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FED7D-A687-46F1-9257-811328D1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60548-6403-4A84-B9AB-E3498C1F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19240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9B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2FB57-A3D7-4CAD-AB32-5324C54E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127C2-B313-4BEF-9445-0C17495B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OpenAPI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55CC1-DED1-49D8-B345-08DEC413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Endpoint discovery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793E36-DF63-4506-A75E-0FE825E3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6574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B8128-C149-4046-A450-B43963DE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43100"/>
            <a:ext cx="19240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9B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5057F-6D05-4488-8BAA-C9A4E1DA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341AB-D5A7-436C-BA58-2CA12D9F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193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Two users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63616F-FA2C-41A2-8843-AF0AE2B7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575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2BDDC1-FEC9-478E-B0A3-73F56899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574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BB4273-C706-4928-B31F-CCE0CB3C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43100"/>
            <a:ext cx="19240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9B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008DD8-F5AA-4F7C-AA4F-282493F8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95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21BD29-99FB-4F4D-9D10-AEF477AF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193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0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GET requests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254699-A9FC-4ACD-839D-F13EE975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575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Bounded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E50D51-0690-4346-830D-83BF48F8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574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4CCDA8-79EE-445B-97E1-3CB6A4F5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43100"/>
            <a:ext cx="19240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331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AFD878-ECC3-4CF1-AF89-AE0545D1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95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BC6B23-A9C0-4CF9-B3BF-010BEFF0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193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D3E3D6-88F0-403B-854B-F655227C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575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Ownership policy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46C771-623E-4DC6-8F0A-13AADB99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574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73EB06-0ACE-4336-8D4D-F770050E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43100"/>
            <a:ext cx="19240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9B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8B80F1-5DAC-485A-AFA0-E0F855DF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95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D39759-F0EC-4D46-97E6-C9ECC6D4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193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Reports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9A0E68-A8F8-47FD-A9A5-B79D4198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JSON and Markdown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2F8B7C-D98C-4A5F-90B3-384823B8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F6F69"/>
                </a:solidFill>
                <a:latin typeface="Arial"/>
                <a:ea typeface="Arial"/>
                <a:cs typeface="Arial"/>
              </a:rPr>
              <a:t>Server-side controls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C594C1-0F0B-4A70-BDDC-07DD5EA1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Loopback targets only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F7991D-6D37-4B3C-BC5D-8BFA20B5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72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GET-only scan path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FF86F2-A314-48CC-B53D-BFC057AF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72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5 second timeout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CC38CE-8361-4481-AE56-FDF1D8CA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3 endpoint limit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7A2618-4F4A-4841-A2B6-90FA1FBC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625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1 MB response limit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97BCD3-52A4-4C11-BFD9-8DE23ED7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625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Redirects blocked</a:t>
            </a:r>
          </a:p>
        </p:txBody>
      </p:sp>
    </p:spTree>
    <p:extLst>
      <p:ext uri="{BB962C8B-B14F-4D97-AF65-F5344CB8AC3E}">
        <p14:creationId xmlns:p14="http://schemas.microsoft.com/office/powerpoint/2010/main" val="16394513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F8C8A-C4CF-45C8-AFA1-555E1BC3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39CE5-A7AF-44A3-9099-8323FB85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WORKING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724B9-9EFC-4766-9E8C-BD7A42DD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6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The live vulnerable scan produces two confirmed findings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71B4A-3900-4C91-9221-12084E6E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FFF34-50E7-446A-A4F9-B8245EF3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05831-9CA1-4D6E-B6DF-351D2A6E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c569d4ace466f"/>
          <a:srcRect xmlns:a="http://schemas.openxmlformats.org/drawingml/2006/main" l="0" t="34322" r="0" b="343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11125200" cy="4191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7ECD6-1C27-4FA7-95CD-3DA321D6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219200"/>
            <a:ext cx="300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31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0DD7F-27B3-4CC1-98F7-AB2367EB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2763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Critical  +  1 High</a:t>
            </a:r>
          </a:p>
        </p:txBody>
      </p:sp>
    </p:spTree>
    <p:extLst>
      <p:ext uri="{BB962C8B-B14F-4D97-AF65-F5344CB8AC3E}">
        <p14:creationId xmlns:p14="http://schemas.microsoft.com/office/powerpoint/2010/main" val="3130061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A222B-DDC0-48F4-8068-985B79D6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2E238-FD73-42C1-B5B0-2A09C692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EXPLAINABLE FINDINGS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B7543-FDF3-4B48-9A09-BB6A1E53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Each finding states the proof, expected behavior, and fix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5EDC9-0A29-406E-92FE-1B0540FA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02582-0713-45D2-85D3-A8E8E4ED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BA6FF-9D03-4417-B8CB-A5BB8C21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02073c9914e6a"/>
          <a:srcRect xmlns:a="http://schemas.openxmlformats.org/drawingml/2006/main" l="0" t="30353" r="0" b="30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447800"/>
            <a:ext cx="11125200" cy="4533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5398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987048-82A6-4435-BAD8-7E2031F2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7D7EB-D3BB-492D-9D84-2C4B31C8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SAFETY AND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460E6-9808-4A43-A229-39B7DA21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96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Bounded execution keeps the demo repeatable and low risk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BB66A-8B64-40E0-9922-64A186CC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61942-7CD3-44BA-A3DA-51E04830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CB8D0-DB99-4A0F-8A73-F1FF4DF7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BA9BC2-BD01-4686-97C0-13924041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209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935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8DAC5C-A377-413A-AA9D-4F1FF086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automated tests passing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EB194-A524-4399-9D86-23313E32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95450"/>
            <a:ext cx="190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BB195-97B2-4D7C-968E-BC46A249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002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91BBF-6E99-4613-9980-CEBAC0A7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5621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localhost, 127.0.0.1, and ::1 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244705-8E21-41B7-996A-8ED545A8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14550"/>
            <a:ext cx="676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F3601-1C42-4AE8-8C35-0BE42A66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81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TRAFFIC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8E4EB4-785D-4C92-9C37-F8201158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4315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Bounded GET requests with redirect blocking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0F191-7702-4C49-84D1-D3278A9C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95600"/>
            <a:ext cx="676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71AE8C-9E4A-4946-906A-AB04DC32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62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61F9B7-39BA-4436-B159-2719868F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242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Passwords and bearer values redacted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A0BB52-257F-411C-B34F-89A00546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76650"/>
            <a:ext cx="676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CC520C-36D7-4E97-9057-73491EEB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04B1C8-57FA-4B3F-9B9C-F9CE18F2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90525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Deterministic reset and non-mutating scans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D8A861-EB76-498B-A0CE-F85DBD06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57700"/>
            <a:ext cx="676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2F172B-0D90-46B3-9090-1DEFE1CD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244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694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694E"/>
                </a:solidFill>
                <a:latin typeface="Arial"/>
                <a:ea typeface="Arial"/>
                <a:cs typeface="Arial"/>
              </a:rPr>
              <a:t>CONTROLS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493717-CC7B-4EA4-AE0A-183297A9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6863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Secure 403/404 and mismatched 200 cases</a:t>
            </a:r>
          </a:p>
        </p:txBody>
      </p:sp>
    </p:spTree>
    <p:extLst>
      <p:ext uri="{BB962C8B-B14F-4D97-AF65-F5344CB8AC3E}">
        <p14:creationId xmlns:p14="http://schemas.microsoft.com/office/powerpoint/2010/main" val="723266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4087B0-F799-42DB-BCB3-691C4F59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C9EF4-C518-4D86-82DE-24EB01C6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NEGATIVE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18BA3-483B-46DA-A5E7-491FB214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The secure target returns HTTP 403 and no BOLA finding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3C3A0-2B38-4520-9561-127C5655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FEEEC-7A2B-439B-9B4E-19AB6D9D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DA832-5CFB-4237-AE6E-4FD09B0C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927E8-14C5-4D5F-8117-AE1A1AD6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ED8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1365c0d5e424b"/>
          <a:stretch xmlns:a="http://schemas.openxmlformats.org/drawingml/2006/main"/>
        </p:blipFill>
        <p:spPr>
          <a:xfrm xmlns:a="http://schemas.openxmlformats.org/drawingml/2006/main">
            <a:off x="742950" y="1768114"/>
            <a:ext cx="10706100" cy="263597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08875-DBDE-4A27-B135-C43A8F26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2920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F"/>
          </a:solidFill>
          <a:ln xmlns:a="http://schemas.openxmlformats.org/drawingml/2006/main" w="9525">
            <a:solidFill>
              <a:srgbClr val="23694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E8E45-99CF-4A2F-9A60-52AD6C97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694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694E"/>
                </a:solidFill>
                <a:latin typeface="Arial"/>
                <a:ea typeface="Arial"/>
                <a:cs typeface="Arial"/>
              </a:rPr>
              <a:t>Why this 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1BD04-88A9-47F2-9C90-00F11C1A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244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411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The scanner distinguishes a protected API from the vulnerable sandbox instead of reporting a signature-based false positive.</a:t>
            </a:r>
          </a:p>
        </p:txBody>
      </p:sp>
    </p:spTree>
    <p:extLst>
      <p:ext uri="{BB962C8B-B14F-4D97-AF65-F5344CB8AC3E}">
        <p14:creationId xmlns:p14="http://schemas.microsoft.com/office/powerpoint/2010/main" val="3050349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A7A5C-CDDF-45AF-A02D-B2BF9C22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A7166-FF19-4198-B397-2F3CA495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SCOPE AND FUTURE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4C038-8F6E-4408-852C-595FE09E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93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A complete local proof with a clear path beyond the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0D1BE-0FC4-48F6-AA91-72D5130F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D412C-37DF-467A-B22E-3BB452FB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22090-019E-42DA-8368-693973DF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EF32E-6E95-4BF6-AE7F-1843AFDE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Demonstrated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02530-D635-45F2-B9EB-DDFE3D0E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OpenAPI 3.x endpoint discovery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Two-user BOLA proof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Excessive data exposure check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Redacted JSON and Markdown reports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Secure negative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F6378-49FF-4F16-91B5-4CF78C57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81150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BDF4B-D7B6-45A1-8714-5FAD7AD1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Future scanner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94597-142B-4F0D-B5AF-F5CBB7AE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90750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Configurable authentication profiles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Pagination and nested resources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CI enforcement mode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Additional deterministic checks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Deployment after organizer approval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CEB99-82ED-4286-B828-253F41B8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0"/>
            <a:ext cx="1040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31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6110E-48D3-4BE1-A5AA-361DFCE5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14975"/>
            <a:ext cx="998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 claim: one user received another user's order from live local requests.</a:t>
            </a:r>
          </a:p>
        </p:txBody>
      </p:sp>
    </p:spTree>
    <p:extLst>
      <p:ext uri="{BB962C8B-B14F-4D97-AF65-F5344CB8AC3E}">
        <p14:creationId xmlns:p14="http://schemas.microsoft.com/office/powerpoint/2010/main" val="7445643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2026-09-24T16:45:12.4220000Z</dcterms:created>
  <dcterms:modified xsi:type="dcterms:W3CDTF">2026-09-24T16:45:12.4220000Z</dcterms:modified>
</coreProperties>
</file>