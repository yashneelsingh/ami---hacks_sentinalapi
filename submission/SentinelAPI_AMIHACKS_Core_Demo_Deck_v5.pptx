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a7e76e15343fb" /><Relationship Type="http://schemas.openxmlformats.org/officeDocument/2006/relationships/extended-properties" Target="/docProps/app.xml" Id="R9542a0e478d8451a" /><Relationship Type="http://schemas.openxmlformats.org/officeDocument/2006/relationships/officeDocument" Target="/ppt/presentation.xml" Id="R55fdb8ba4c3b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68298f98f54978"/>
  </p:sldMasterIdLst>
  <p:notesMasterIdLst>
    <p:notesMasterId xmlns:r="http://schemas.openxmlformats.org/officeDocument/2006/relationships" r:id="R2e3596d3694f458a"/>
  </p:notesMasterIdLst>
  <p:sldIdLst>
    <p:sldId xmlns:r="http://schemas.openxmlformats.org/officeDocument/2006/relationships" id="256" r:id="R5f808e39855245f5"/>
    <p:sldId xmlns:r="http://schemas.openxmlformats.org/officeDocument/2006/relationships" id="257" r:id="R0a8cc82d5e7d4b08"/>
    <p:sldId xmlns:r="http://schemas.openxmlformats.org/officeDocument/2006/relationships" id="258" r:id="Re6eb309e175544ca"/>
    <p:sldId xmlns:r="http://schemas.openxmlformats.org/officeDocument/2006/relationships" id="259" r:id="Rf98f7ab68fe14658"/>
    <p:sldId xmlns:r="http://schemas.openxmlformats.org/officeDocument/2006/relationships" id="260" r:id="Rcef66064d96f42fd"/>
    <p:sldId xmlns:r="http://schemas.openxmlformats.org/officeDocument/2006/relationships" id="261" r:id="R1a1fad902f234033"/>
    <p:sldId xmlns:r="http://schemas.openxmlformats.org/officeDocument/2006/relationships" id="262" r:id="R88e5f7c570264678"/>
    <p:sldId xmlns:r="http://schemas.openxmlformats.org/officeDocument/2006/relationships" id="263" r:id="Rdef3384ed0804eb4"/>
    <p:sldId xmlns:r="http://schemas.openxmlformats.org/officeDocument/2006/relationships" id="264" r:id="R4fc453bbbd63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9706fa21447ae" /><Relationship Type="http://schemas.openxmlformats.org/officeDocument/2006/relationships/slideMaster" Target="/ppt/slideMasters/slideMaster1.xml" Id="R5868298f98f54978" /><Relationship Type="http://schemas.openxmlformats.org/officeDocument/2006/relationships/notesMaster" Target="/ppt/notesMasters/notesMaster1.xml" Id="R2e3596d3694f458a" /><Relationship Type="http://schemas.openxmlformats.org/officeDocument/2006/relationships/presProps" Target="/ppt/presProps.xml" Id="Rece59aea1e974d96" /><Relationship Type="http://schemas.openxmlformats.org/officeDocument/2006/relationships/tableStyles" Target="/ppt/tableStyles.xml" Id="R02cb14b06a3f4b21" /><Relationship Type="http://schemas.openxmlformats.org/officeDocument/2006/relationships/slide" Target="/ppt/slides/slide1.xml" Id="R5f808e39855245f5" /><Relationship Type="http://schemas.openxmlformats.org/officeDocument/2006/relationships/slide" Target="/ppt/slides/slide2.xml" Id="R0a8cc82d5e7d4b08" /><Relationship Type="http://schemas.openxmlformats.org/officeDocument/2006/relationships/slide" Target="/ppt/slides/slide3.xml" Id="Re6eb309e175544ca" /><Relationship Type="http://schemas.openxmlformats.org/officeDocument/2006/relationships/slide" Target="/ppt/slides/slide4.xml" Id="Rf98f7ab68fe14658" /><Relationship Type="http://schemas.openxmlformats.org/officeDocument/2006/relationships/slide" Target="/ppt/slides/slide5.xml" Id="Rcef66064d96f42fd" /><Relationship Type="http://schemas.openxmlformats.org/officeDocument/2006/relationships/slide" Target="/ppt/slides/slide6.xml" Id="R1a1fad902f234033" /><Relationship Type="http://schemas.openxmlformats.org/officeDocument/2006/relationships/slide" Target="/ppt/slides/slide7.xml" Id="R88e5f7c570264678" /><Relationship Type="http://schemas.openxmlformats.org/officeDocument/2006/relationships/slide" Target="/ppt/slides/slide8.xml" Id="Rdef3384ed0804eb4" /><Relationship Type="http://schemas.openxmlformats.org/officeDocument/2006/relationships/slide" Target="/ppt/slides/slide9.xml" Id="R4fc453bbbd63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f64b5751b40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e973e701d471a" /><Relationship Type="http://schemas.openxmlformats.org/officeDocument/2006/relationships/notesMaster" Target="/ppt/notesMasters/notesMaster1.xml" Id="R3b35a0adee4a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2538cd3c9e445c" /><Relationship Type="http://schemas.openxmlformats.org/officeDocument/2006/relationships/notesMaster" Target="/ppt/notesMasters/notesMaster1.xml" Id="R3e9efb8a781f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9a85b93984dd1" /><Relationship Type="http://schemas.openxmlformats.org/officeDocument/2006/relationships/notesMaster" Target="/ppt/notesMasters/notesMaster1.xml" Id="R81701d21b48e43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096dc98f0f4948" /><Relationship Type="http://schemas.openxmlformats.org/officeDocument/2006/relationships/notesMaster" Target="/ppt/notesMasters/notesMaster1.xml" Id="R142e2ac39c3e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6dc8a5fd6a4b37" /><Relationship Type="http://schemas.openxmlformats.org/officeDocument/2006/relationships/notesMaster" Target="/ppt/notesMasters/notesMaster1.xml" Id="R68b2bb9070ca49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f0b1c436d481f" /><Relationship Type="http://schemas.openxmlformats.org/officeDocument/2006/relationships/notesMaster" Target="/ppt/notesMasters/notesMaster1.xml" Id="Rc19a48341e1d40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796cba5f04866" /><Relationship Type="http://schemas.openxmlformats.org/officeDocument/2006/relationships/notesMaster" Target="/ppt/notesMasters/notesMaster1.xml" Id="R66b5aeae384540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8974d30324dec" /><Relationship Type="http://schemas.openxmlformats.org/officeDocument/2006/relationships/notesMaster" Target="/ppt/notesMasters/notesMaster1.xml" Id="R1cabc7ae754344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1927ef71684878" /><Relationship Type="http://schemas.openxmlformats.org/officeDocument/2006/relationships/notesMaster" Target="/ppt/notesMasters/notesMaster1.xml" Id="R88414de8909d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and scanner/comparison.py. The vulnerable fixture returns order 1002 to User A with HTTP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scanner/core.py, app/seed.py, and the deterministic demo data described in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SOLUTION_OVERVIEW.md, scanner/checks.py, scanner/report_generator.py, and scanner/redaction.py.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ARCHITECTURE.md and the typed interfaces implemented under scanner/. FastAPI orchestrates the scan and serves the dashboard and report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submission/screenshots/vulnerable-overview.png. The scan used live HTTP requests after python -m app.seed.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from submission/screenshots/vulnerable-findings.png. The reproduction request redacts the bearer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submission/screenshots/secure-clean.png and python -m scripts.ci on 2026-09-25. The test run completed with 70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AGENTS.md. Hosted persistence exists as a separate foundation, but the scanner remains local-only and does not claim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9726f226c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130e028c7643a1" /><Relationship Type="http://schemas.openxmlformats.org/officeDocument/2006/relationships/slideLayout" Target="/ppt/slideLayouts/slideLayout1.xml" Id="Raf596046692c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96046692c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1232ed1874db4" /><Relationship Type="http://schemas.openxmlformats.org/officeDocument/2006/relationships/image" Target="/ppt/media/image.png" Id="Re81276653f63441a" /><Relationship Type="http://schemas.openxmlformats.org/officeDocument/2006/relationships/notesSlide" Target="/ppt/notesSlides/notesSlide1.xml" Id="Rb82a9190826943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539556a7a4570" /><Relationship Type="http://schemas.openxmlformats.org/officeDocument/2006/relationships/notesSlide" Target="/ppt/notesSlides/notesSlide2.xml" Id="Rf78231a181a643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5bc55d9247b0" /><Relationship Type="http://schemas.openxmlformats.org/officeDocument/2006/relationships/notesSlide" Target="/ppt/notesSlides/notesSlide3.xml" Id="R310e762861684c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364f50942459b" /><Relationship Type="http://schemas.openxmlformats.org/officeDocument/2006/relationships/notesSlide" Target="/ppt/notesSlides/notesSlide4.xml" Id="R4b6c3c2e8c4f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3d636e554e96" /><Relationship Type="http://schemas.openxmlformats.org/officeDocument/2006/relationships/notesSlide" Target="/ppt/notesSlides/notesSlide5.xml" Id="Rb3fa5e1517b646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15afe01941d4" /><Relationship Type="http://schemas.openxmlformats.org/officeDocument/2006/relationships/image" Target="/ppt/media/image2.png" Id="R87067526212e4434" /><Relationship Type="http://schemas.openxmlformats.org/officeDocument/2006/relationships/notesSlide" Target="/ppt/notesSlides/notesSlide6.xml" Id="R29318334c8e94f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f5df7cf6a4c74" /><Relationship Type="http://schemas.openxmlformats.org/officeDocument/2006/relationships/image" Target="/ppt/media/image3.png" Id="R9e04172f5a4c4820" /><Relationship Type="http://schemas.openxmlformats.org/officeDocument/2006/relationships/notesSlide" Target="/ppt/notesSlides/notesSlide7.xml" Id="Rd5570df9a2134b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2cbbd52ef4e88" /><Relationship Type="http://schemas.openxmlformats.org/officeDocument/2006/relationships/image" Target="/ppt/media/image4.png" Id="R8389fedd54aa4c9d" /><Relationship Type="http://schemas.openxmlformats.org/officeDocument/2006/relationships/notesSlide" Target="/ppt/notesSlides/notesSlide8.xml" Id="Rfcdfb6fe56a847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873b074a64e16" /><Relationship Type="http://schemas.openxmlformats.org/officeDocument/2006/relationships/notesSlide" Target="/ppt/notesSlides/notesSlide9.xml" Id="R58bd1a5ae2b24f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DCF1D-BF77-4CE1-B7F6-0EBFEFB4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AMIHACKS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6C59A-B6F4-4462-8FF7-8EBE250D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SentinelAPI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81154-AC2B-4476-8B2E-85B93E32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Live proof of broken object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69892-5F25-48F4-9A3F-99B3B2AB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functionality, user journey, and technical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5D2A7-EF17-4D31-A6E0-FBBE399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89B26-25C8-45CB-8FDE-0656B7F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ONLY / SANDBOX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276653f63441a"/>
          <a:srcRect xmlns:a="http://schemas.openxmlformats.org/drawingml/2006/main" l="0" t="8653" r="0" b="8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14350"/>
            <a:ext cx="5848350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39012-E79B-4698-95AF-0F53AD80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"/>
            <a:ext cx="285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93991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0715A-A981-4EE0-B3B6-6D92C126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221B3-FA64-4CE0-A366-0D7B8A4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CORE FUNCTIONALITY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36E28-EFA7-4BEF-BD04-08FCF54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identities turn a valid request into authorization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FE6D-4F6A-48E6-B87B-F2E214B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03DD0-32EA-437C-8B43-D205729A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B3410-D943-450E-8C2A-5D52A5D8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71557-70DE-4098-ABCC-6BF726E5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6F8A4-7429-4A0B-9642-86D8FA3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cross-user 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E952B-A5EE-40B4-9E63-5B4D773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6A7D5-18BB-43E4-B664-6487571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User A requests User B's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081CB-811D-4244-A12A-E240C503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first records each user's owned object. It then sends User A's valid token to User B's object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FE977-4AB8-495F-95EC-4CB499AC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3176F-0DDD-413B-8D1A-8BDA62B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403 or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440B3-9A11-4EEC-A60A-724CB8AC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Vulnerable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B4CCE-6417-4C36-AFC5-27965F27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A419A-B865-4EFE-A297-7AE35DDE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Confirmation requires the returned object to match User B's owner baseline.</a:t>
            </a:r>
          </a:p>
        </p:txBody>
      </p:sp>
    </p:spTree>
    <p:extLst>
      <p:ext uri="{BB962C8B-B14F-4D97-AF65-F5344CB8AC3E}">
        <p14:creationId xmlns:p14="http://schemas.microsoft.com/office/powerpoint/2010/main" val="978012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D24181-B720-413A-BCAF-463EE78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97BE6-844E-45CF-A6DD-D8DA9809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END-TO-END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8B9E9-7781-4497-B287-BA2C6AC5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One scan moves from an OpenAPI file to reproducible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385D5-527B-4234-AFD0-84E10CDE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82DFC-E820-4821-84ED-9C96F4BA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25BCF-AD5D-4EF4-97C8-481F945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22D5D-0550-46BD-AFCC-EB479074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2D50D-FB1D-452D-8A8C-8C4C94D8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AC44D-9EA3-4B41-8F24-2B2694C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44341-8E54-4E08-8027-A51F040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Choose the local API origin and OpenAPI 3.x 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D3738-CCB5-4270-A5CF-81A64B68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C5938-CA9D-4021-A1F2-851EFA3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51652-2CA9-44CE-AB6D-5B5E885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E63F6-6F85-4DC5-A40E-51F1B4A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 a supported authenticated collection and detail route.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6BF43-CF87-4866-94DA-9055A170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B6803-2AB3-486B-BDD7-FA88D6B1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7FF7D-4990-4A70-902C-7600D0E0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F24E4-73C4-4396-8540-73D5FF93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Sign in as two controlled sandbox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73D79-493E-417B-96D0-52D7AFE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DD848-870C-4144-B3A5-530A72A7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0903C-E50F-4B3F-A5CD-D98DC6B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4B35C-6DD0-4CC5-8A8E-F28409A7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Read one owned object for each identity.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CAE8A-D196-411A-BDC0-9ED7BAF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65FAB-7734-4979-8E65-18D5A94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339DE-C2C4-4FBC-A3A9-5DBE87E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44AE4-FD60-4F74-B5F3-9EFEE573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Request User B's object with User A's token.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2D0EE-5F8F-48D2-854B-39BC67C7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2165B-7E47-4E82-B4E4-4993526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37DB1-FFAF-417B-AD68-CEB89DF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F9526-772B-4B4F-BBE2-94105C96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Inspect evidence and download the redacted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F1EB9-AFBA-4AC5-9B0B-CE42AFE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D9D34-9FCA-40F0-A799-9D05707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LIVE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FAF70-51BE-44D4-B4EE-0CE29A1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A owns 1001. User B owns 1002. User A receives 1002 from the vulnerable route.</a:t>
            </a:r>
          </a:p>
        </p:txBody>
      </p:sp>
    </p:spTree>
    <p:extLst>
      <p:ext uri="{BB962C8B-B14F-4D97-AF65-F5344CB8AC3E}">
        <p14:creationId xmlns:p14="http://schemas.microsoft.com/office/powerpoint/2010/main" val="1228228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952FA-E968-4475-A154-0982DFD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1A3E-8BA2-4F6F-B216-D1D2713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87076-F879-48FE-B6C6-8CE5F03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MVP prioritizes reliable proof over broad vulnerability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EDEC6-E7FB-4A7E-BC2C-6C0A8FB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DF5D7-6FF0-4A1F-8D41-C9B5C0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50F90-F9D4-49FE-BC23-EFBB311F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A57C9-CEF5-4031-9F69-0946BD0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F4ACA-08A5-41C2-A737-998D4A76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7C4AD-81F2-4BB5-A6C4-A86060B2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Finds supported authenticated object routes from the supplied specification.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2F611-1683-48D8-8F18-2BA1FB8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F4E56-F0A8-4F5A-9ABD-CF414CE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07199-FC82-4B7F-9324-B43344A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Two-user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A4DFD-30C4-4A5D-838F-A769C16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Establishes ownership before testing cross-user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A14A9-7B4F-4D64-A8A4-231517F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A5242-F5B4-4D14-BB98-4EC2DBC1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3A31C-AF39-4948-935C-CE8174B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Exposure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E51ED-837D-4822-B879-B237F9D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Flags internal_notes and payment_reference in an owner's response.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A5C50-BC81-420F-A98B-B2784426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4526E-CF55-4744-B5CB-5192CFCC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DB617-E8AE-47A8-A77D-7EB3377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Explainable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7D674-0850-4A8F-9A3E-B54A996A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Shows expected behavior, observed evidence, reproduction, and remediation.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18D63-4BA1-445C-9264-F00F0B5F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D2B4B-4C84-4063-AFFB-159146BA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DAA28-26C2-4941-AD02-02DCABB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Safe 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50DB3-0C7C-4949-8F86-6374908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Produces redacted JSON and Markdown reports without bearer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564F3-E0B1-4D07-96CC-E655C7CB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81213-EA55-47F5-990E-CB3C8636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DFE5B-A27D-4CEA-AA18-FDDE4DE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Negative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C0F19-BBFF-45B9-BDA5-09621D4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Recognizes HTTP 403 or 404 as correct authorization enforcement.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1A99F-CA7B-405E-9E0F-93942C7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81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7066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7F81B-D6FA-45DB-9A5A-0060271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9C6B-AD99-48ED-876E-501EAB3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ABA6F-A86E-434E-ABE3-8A797201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Typed components keep parsing, execution, comparison, and reporting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EE786-E111-4CF2-A4FC-BBD4B93A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61C8-01E7-4B8E-9ADF-A1E5318E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D29DD-BD7B-4E66-8FE5-8B4BCCEE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65402-F0AF-4EDC-8F28-C65F083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AF1A8-368D-4841-A1B2-1F3BE404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73B7E-2B68-4428-AF80-9F409EE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 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14BE1-2B78-4591-96B6-DA033E7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Discover up to 3 GET detail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7C791-B547-4949-A963-D699CA9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DFC05-E0E3-4572-A3EC-58AEDB0E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3950F-899B-4491-966D-F7F71EB0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06085-522C-4838-BCBF-516E574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5915E-10D7-46D4-803A-364A0F2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Obtain controlled user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CB59F-EB13-4CF0-8598-BBF86721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86082-DCA7-4093-A632-AFA253F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C42EA-E4A9-475B-AA7D-23AC399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51F76-47F4-476D-B622-ACF28507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5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executor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33BD7-1FF9-48E8-AF49-425D9407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Enforce target and response bounds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DF249-D8E9-4EFE-9460-FCE8D73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0F49A-708B-4DC7-81BD-0EA42890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3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AF7E9-BFDF-4ECB-B8F5-9F556270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75706-ACFB-4D52-82C9-CD65073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52F35-5960-475C-B672-FC1CBB82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Match cross-user and owner objects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57B3F-71D6-42E6-B341-8E28377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05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B0439-C0AD-43DA-909C-75BEA84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924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9C7B4-1773-41FA-9D5B-85FE55C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2E68C3-35D9-4EB4-957D-B04B8B9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Reporter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1EBDA-3278-4CE7-A680-4664F939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Rank, redact, and export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46768-6C95-43F3-8DCC-259D68C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Execution boundaries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C52624-CE5D-4B37-A5B3-DB905ADB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Loopback HTTP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F98034-113C-46BB-9DBB-34D2032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Read-only GET scan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7386F-14AF-488C-9CA5-3D08801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5 second request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D3DDC-A6D8-4B96-85E6-A1E4A9A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 MB response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B5E6ED-DBAF-4FD8-9EF5-9EBFA1D4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Redirects 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0F240-CF67-4195-B420-E5408F7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Secrets redacted</a:t>
            </a:r>
          </a:p>
        </p:txBody>
      </p:sp>
    </p:spTree>
    <p:extLst>
      <p:ext uri="{BB962C8B-B14F-4D97-AF65-F5344CB8AC3E}">
        <p14:creationId xmlns:p14="http://schemas.microsoft.com/office/powerpoint/2010/main" val="1077387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F599F-0687-4A35-B99A-DE938C4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BD330-600B-4E8B-BFB9-33EA13A8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F744D-1DCC-4409-802E-E0C91F5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25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vulnerable scan produces one Critical and one High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C2D31-3AD4-4DCB-A311-0C740901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6AE1C-F8B1-47EE-8627-72331303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E56AE-C70A-4257-95A6-DCA61C9E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67526212e4434"/>
          <a:srcRect xmlns:a="http://schemas.openxmlformats.org/drawingml/2006/main" l="0" t="34322" r="0" b="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11125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C446A-0F2A-453C-9DE3-4AC2FED1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A9233-05A7-4477-A9D7-EDB3510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Critical  +  1 High</a:t>
            </a:r>
          </a:p>
        </p:txBody>
      </p:sp>
    </p:spTree>
    <p:extLst>
      <p:ext uri="{BB962C8B-B14F-4D97-AF65-F5344CB8AC3E}">
        <p14:creationId xmlns:p14="http://schemas.microsoft.com/office/powerpoint/2010/main" val="1986188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EC270-AF2B-4AFA-898C-C2A8E56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86D0F-0266-4E05-A7A0-A07AD52B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EXPLAINABLE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85DCE-E640-45C6-AF5B-AB5F63B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7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Each finding shows what happened, how to reproduce it, and how to fix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A55DC-FE07-4BE1-B2EF-21436CA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B77D7-013B-482E-8ED8-15B5B19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A33C2-4FDF-4142-83F5-800AEA65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4172f5a4c4820"/>
          <a:srcRect xmlns:a="http://schemas.openxmlformats.org/drawingml/2006/main" l="0" t="30353" r="0" b="30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11125200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99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1E565-6523-42DB-8350-89BE1B8C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DCC4C-05C1-4824-9C49-C4A2F69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DA370-0082-4857-96EF-ADA5828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2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secure target stays clean while the same scanner runs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01462-70DC-4447-9D14-02184B8D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8BADC-88BA-4136-B8B0-5B985CC5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4BCBD-EBB7-45B1-819F-D68F7336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E20D4-D566-486F-9ACA-A11F8119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96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8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9fedd54aa4c9d"/>
          <a:stretch xmlns:a="http://schemas.openxmlformats.org/drawingml/2006/main"/>
        </p:blipFill>
        <p:spPr>
          <a:xfrm xmlns:a="http://schemas.openxmlformats.org/drawingml/2006/main">
            <a:off x="742950" y="2140996"/>
            <a:ext cx="7677150" cy="189020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52E99-0447-425B-883D-226D25F0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7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BE948-6860-4FF3-83B9-E9A79D6B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F1683-EFA0-493D-AA2C-3BD37D4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HTTP 403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C47BA-D8A2-4972-8CB2-5B6426D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cross-user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F17D5-A8C6-42DB-BCA5-59CCF2C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23694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6DAB9-4285-450A-BDA0-8297F64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Verified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BCDCF-9B16-405E-A896-9D3DF6D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1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Secure 403 and 404 responses produce no BOLA finding. Mismatched HTTP 200 responses remain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08498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BF7E4-0F17-4850-9624-9F6EFE8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8296-F04E-47F3-B2D6-F4D344D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SCOPE AND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B8C87-68EA-4116-A550-04247049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complete local proof with a clear path beyond the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83279-44CE-418D-AB26-EBBB511B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243F-EE5F-4297-AA33-0B173AF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74967-4426-48A6-9120-58C82F0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0C68C-FEEC-4FF1-8AB3-7375AE7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A1D22-1C0D-4EEB-9BF2-9AE12A8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OpenAPI 3.x endpoint discovery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Two-user BOLA proof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Excessive data exposure check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Redacted JSON and Markdown reports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negative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95CEF-36E9-47A4-9809-EFF0F99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B9E6F-ADC7-44D1-9311-D34FC765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Future scanner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6BA47-3CC2-449D-99D5-D5569811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Configurable authentication profiles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Pagination and nested resources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CI enforcement mode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Additional deterministic checks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Deployment after organizer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5AF3F-497C-4062-82FF-176D9B7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0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87E7C-8A44-46DC-8FAA-131BA63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claim: one user received another user's order from live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103487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2026-09-25T02:32:34.1880000Z</dcterms:created>
  <dcterms:modified xsi:type="dcterms:W3CDTF">2026-09-25T02:32:34.1880000Z</dcterms:modified>
</coreProperties>
</file>